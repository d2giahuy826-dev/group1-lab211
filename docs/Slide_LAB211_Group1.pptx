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UNIVERSITY   ·   LAB211 — OOP WITH JAVA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Payroll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Simulation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hoá đa luồng trong xử lý bảng lương — kiến trúc MVC trên nền dữ liệu CSV, kiểm chứng bằng thực nghiệm.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4206240" cy="0"/>
          </a:xfrm>
          <a:prstGeom prst="line">
            <a:avLst/>
          </a:prstGeom>
          <a:noFill/>
          <a:ln w="12700">
            <a:solidFill>
              <a:srgbClr val="3B4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1 — GROUP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Đinh Đỗ Gia Huy · QE200022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5120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Đức Duy · QE200053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Quốc Vương · QE200066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5486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Nhật Tường Vy · QE200093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kỳ 3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nhiều luồng HR cùng cập nhật ngày nghỉ phép và ghi nhận lương vào CSV —</a:t>
            </a:r>
            <a:endParaRPr lang="en-US" sz="2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đồng bộ hoá nào loại bỏ double payment &amp; wrong leave deduction,</a:t>
            </a:r>
            <a:endParaRPr lang="en-US" sz="2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 vẫn hoàn thành bảng lương nhanh nhất?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6576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Payment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 thread cùng đọc status = PENDING trước khi thread kia ghi xong → nhân viên bị trả lương 2 lần.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33832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657600"/>
            <a:ext cx="502920" cy="502920"/>
          </a:xfrm>
          <a:prstGeom prst="ellipse">
            <a:avLst/>
          </a:prstGeom>
          <a:solidFill>
            <a:srgbClr val="C77B1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Leave Deduction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42519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thread cùng đọc annualRemaining = 10, mỗi thread ghi kết quả trừ riêng → lost update, số phép sai lệch.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NGHIỆP VỤ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bài toán này quan trọng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ty có nhiều phòng ban, mỗi phòng 10–100 nhân viên; bảng lương chạy cuối tháng, mỗi HR Thread xử lý một phòng ban.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37744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= lương cơ bản + OT − khấu trừ vắng mặt − thuế TNCN, cộng bonus đi làm đủ ngày.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54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nhân viên có ANNUAL 12 ngày/năm và SICK 6 ngày/năm; duyệt đơn phải trừ ngày phép một cách atomic.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PayrollEntry.status = PROCESSED chỉ được ghi đúng một lần cho mỗi entry.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8348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dữ liệu HR &amp; lương lưu trong CSV (không dùng database) — cửa sổ read-modify-write hiện rõ, phù hợp để quan sát race condition.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tầng trách nhiệm theo MVC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tính lương, trừ phép và đồng bộ hoá chỉ nằm trong Model/Repository — Controller chỉ điều phối.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+ nghiệp vụ HR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Đọc/ghi CSV · tính lương · trừ phép · version · xử lý conflict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11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3B4B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+ nhận input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menu · bảng lương · bảng phép · gọi Controller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01168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5E72B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011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flow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request · gọi service · chọn LockMechanism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90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Entity nghiệp vụ + Users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· Department · LeaveBalance ★ · LeaveRequest · AttendanceRecord · PayrollEntry ★ · PayrollRun · User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440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LeaveBalance &amp; PayrollEntry có trường version — nền tảng Optimistic Locking chống Double Payment.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vai trò: EMPLOYEE (xem lương, gửi đơn phép) · HR_STAFF (duyệt phép, quản lý nhân sự) · PAYROLL_STAFF (chạy bảng lương, chạy Simulator).</a:t>
            </a:r>
            <a:endParaRPr lang="en-US" sz="1400" dirty="0"/>
          </a:p>
        </p:txBody>
      </p:sp>
      <p:pic>
        <p:nvPicPr>
          <p:cNvPr id="5" name="Image 0" descr="image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8146" y="1691640"/>
            <a:ext cx="3915403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Class Diagram</a:t>
            </a:r>
            <a:endParaRPr lang="en-US" sz="2800" dirty="0"/>
          </a:p>
        </p:txBody>
      </p:sp>
      <p:pic>
        <p:nvPicPr>
          <p:cNvPr id="4" name="Image 0" descr="images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2318" y="1234440"/>
            <a:ext cx="634706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 thừa, Generic &amp; Enum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BaseEntity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cha trừu tượng: id + hợp đồng CsvMappable (toCsvLine/fromCsvLine). Mọi 7 Entity kế thừa.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691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CsvRepository&lt;T&gt;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repository: findAll/findById/save/update/delete dùng chung; repo cụ thể chỉ thêm nghiệp vụ riêng.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40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40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Enum thay magic string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4348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EmpType · EmployeeStatus · LeaveType · LeaveStatus · PayStatus · RunStatus · UserRole · LockMechanism.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56616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840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840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Custom Exception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4348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DuplicatePaymentException · InsufficientLeaveException · OptimisticLockException · CsvParseException.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dữ liệu — 7 file CSV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Cột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Dòng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leave_balance.csv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leave_requests.csv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payroll_entries.csv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≈15.000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payroll_runs.csv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371600"/>
            <a:ext cx="3794760" cy="3749040"/>
          </a:xfrm>
          <a:prstGeom prst="roundRect">
            <a:avLst>
              <a:gd name="adj" fmla="val 170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0020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33.043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818120" y="2331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dữ liệu tổng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2880360"/>
            <a:ext cx="2606040" cy="0"/>
          </a:xfrm>
          <a:prstGeom prst="line">
            <a:avLst/>
          </a:prstGeom>
          <a:noFill/>
          <a:ln w="12700">
            <a:solidFill>
              <a:srgbClr val="3B4B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3063240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mốc tối thiểu 10.000 dòng theo đề bài. Sinh tự động bằng DataGenerator.java, kiểm tra round-trip parse/serialize không mất dữ liệu.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tính lương — SalaryCalculator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990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pay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11880" y="1389888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38988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 (baseSalary / 22 / 8) × OT hours × 1.5 )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391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0208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deduction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11880" y="2011680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01168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 (baseSalary / 22) × absenceDays 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60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609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6426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bonus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611880" y="2633472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63347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 baseSalary × 5% ) nếu absenceDays = 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8269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82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2644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salary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611880" y="3255264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25526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baseSalary + OT pay + bonus − absence deduction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044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04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 amount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3611880" y="3877056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87705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 gross × taxRate ) — FULLTIME 10% · PARTTIME 5%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26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43000" y="45079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salary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3611880" y="4498848"/>
            <a:ext cx="8001000" cy="475488"/>
          </a:xfrm>
          <a:prstGeom prst="roundRect">
            <a:avLst>
              <a:gd name="adj" fmla="val 9615"/>
            </a:avLst>
          </a:prstGeom>
          <a:solidFill>
            <a:srgbClr val="F4F6FB"/>
          </a:solidFill>
          <a:ln w="9525">
            <a:solidFill>
              <a:srgbClr val="E1E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49884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− tax amount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cơ chế đồng bộ hoá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411480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NO_LOCK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nguyên tử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nhất nhưng nhiều thread cùng ghi một entry.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06040" cy="411480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7373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1E8E5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737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nguyên tử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2697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JVM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giản, đúng đắn trong một process/JVM.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411480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7373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1E8E5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737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nguyên tử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entryId@version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sớm khi version đã bị claim; cần retry.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15400" y="1508760"/>
            <a:ext cx="2606040" cy="411480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7373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C77B12"/>
          </a:solidFill>
          <a:ln/>
        </p:spPr>
      </p:sp>
      <p:sp>
        <p:nvSpPr>
          <p:cNvPr id="27" name="Text 25"/>
          <p:cNvSpPr/>
          <p:nvPr/>
        </p:nvSpPr>
        <p:spPr>
          <a:xfrm>
            <a:off x="9098280" y="17373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FILE_LOCK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2423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nguyên tử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FileChannel.lock()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9828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đổi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98280" y="36576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tầng file thật, chi phí I/O/OS cao.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Simulator &amp; hậu kiểm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CSV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31720" y="1554480"/>
            <a:ext cx="137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51960" y="1554480"/>
            <a:ext cx="137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CountDownLatch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1554480"/>
            <a:ext cx="137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1554480"/>
            <a:ext cx="137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CSV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12680" y="1554480"/>
            <a:ext cx="137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49840" y="155448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E1E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1554480"/>
            <a:ext cx="1783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(đọc lại CSV)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82296" cy="7772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0358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động đồng thời thực sự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86200" y="303580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CountDownLatch: ready → start → done, đảm bảo mọi worker chạy cùng lúc thật sự, không phải tuần tự nguỵ trang.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82296" cy="7772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502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payment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886200" y="395020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dòng theo entryId, cộng dồn max(0, count−1) sau khi đọc lại CSV thật — không dùng bộ đếm RAM.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82296" cy="77724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64608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leave deduction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886200" y="4864608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annualUsed/sickUsed với tổng ngày các đơn APPROVED tương ứng — độc lập với cơ chế lock của payroll.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thực nghiệm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lock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508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threads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08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141B4D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508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lặp / cơ chế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&amp; chỉ số đo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Độc lập — Lock mechanism: NO_LOCK · SYNCHRONIZED · OPTIMISTIC · FILE_LOCK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Phụ thuộc — elapsedMs &amp; TPS (success × 1.000 / elapsedMs)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Chất lượng — doublePayment &amp; wrongLeave (đếm lại từ CSV sau khi chạy)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chí quyết định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303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tuyệt đối: tổng lỗi = 0. Nếu nhiều cơ chế cùng đạt 0, chọn TPS trung bình cao nhất. Tiêu chí được cố định trước khi xem kết quả.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— TPS trung bình / cơ chế</a:t>
            </a:r>
            <a:endParaRPr lang="en-US" sz="2700" dirty="0"/>
          </a:p>
        </p:txBody>
      </p:sp>
      <p:pic>
        <p:nvPicPr>
          <p:cNvPr id="4" name="Image 0" descr="images/throughpu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4197096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2103120"/>
          <a:ext cx="3429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 chế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TB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TPS TB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1.914,3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10.733,5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4.045,6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277,7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3.638,7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27.314,7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229600" y="4572000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NO_LOCK nhanh nhất nhưng success gồm cả bản sao dư. SYNCHRONIZED nhanh hơn OPTIMISTIC ~11,2% trong nhóm an toàn.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Tỷ lệ lỗi hậu kiểm</a:t>
            </a:r>
            <a:endParaRPr lang="en-US" sz="2700" dirty="0"/>
          </a:p>
        </p:txBody>
      </p:sp>
      <p:pic>
        <p:nvPicPr>
          <p:cNvPr id="4" name="Image 0" descr="images/error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06640" cy="41970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371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CEBEA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4630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12480" y="2057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double-payment rate của NO_LOCK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29718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E8F5EE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3063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12480" y="36576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ở cả 3 cơ chế có khoá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45720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FCF3E3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0" y="4663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88,75%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12480" y="51937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wrongLeave — giống nhau ở mọi cơ chế → lỗi dữ liệu nền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đổi hiệu năng — độ chính xác</a:t>
            </a:r>
            <a:endParaRPr lang="en-US" sz="2700" dirty="0"/>
          </a:p>
        </p:txBody>
      </p:sp>
      <p:pic>
        <p:nvPicPr>
          <p:cNvPr id="4" name="Image 0" descr="images/tradeoff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80160"/>
            <a:ext cx="7863840" cy="47744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080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điểm nào nằm trên trục 0% lỗi tuyệt đối: NO_LOCK nhanh–rủi ro cao; SYNCHRONIZED/OPTIMISTIC an toàn double-payment nhưng còn lỗi phép nền; FILE_LOCK vừa còn lỗi vừa chậm nhất.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 lời Research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cơ chế nào đạt 0% tổng lỗi (wrongLeave là lỗi dữ liệu nền, không đổi theo cơ chế). Trong phạm vi payroll duplicate — cái mà lock mechanism thực sự kiểm soát — SYNCHRONIZED là lựa chọn 0-lỗi nhanh nhất.</a:t>
            </a:r>
            <a:endParaRPr lang="en-US" sz="14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651760"/>
                <a:gridCol w="44805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vi quyết định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nghị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Căn cứ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chống payroll duplicate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 · 4.045,6 emp/s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Tranh chấp thấp, cần versioning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 · 3.638,7 emp/s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process cùng ghi 1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FILE_LOCK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duplicate, chỉ 36,6 emp/s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hệ thống (kể cả leave)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Chưa nghiệm thu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sửa pipeline LeaveBalance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Khuyến nghị &amp; Hạn chế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E8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NGHỊ KỸ THUẬT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Chọn SYNCHRONIZED cho bản console một JVM hiện tại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Giữ OPTIMISTIC cho hướng database/multi-service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Không dùng NO_LOCK cho dữ liệu tài chính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FILE_LOCK chỉ khi thật sự nhiều process độc lập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Sửa DataGenerator: suy annualUsed/sickUsed từ đơn APPROVED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5029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Thêm invariant test: wrongLeave phải bằng 0 sau khi sinh dữ liệu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C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THỰC NGHIỆM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Đo trên CSV local, chưa đại diện database transaction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Chưa ngẫu nhiên hoá thứ tự chạy giữa các cơ chế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Chưa đo p95 latency / CPU / memory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Leave workload chưa chạy đồng thời cùng payroll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FILE_LOCK đo theo entry đơn lẻ, batching có thể cải thiện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LAB211 · Employee Payroll Management Simulation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AI REFLECTION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&amp; minh bạch AI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66751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 trách chính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Đinh Đỗ Gia Huy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QE200022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I/O · SalaryCalculator · PayrollRun/LeaveRequest 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Nguyễn Đức Duy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QE200053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· BaseEntity/Employee/Department · PayrollEntry + Optimistic 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Nguyễn Quốc Vương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QE200066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Diagram · Payroll &amp; Attendance · Employee/Attendance/Dept 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Nguyễn Nhật Tường 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QE200093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Schema · Leave Management · LeaveBalance Repo + Exceptions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thành viên có AI Log cá nhân (AI_Audit_Log/*.xlsx, có timestamp) làm cơ sở cho AI Reflection — tiêu chí cá nhân 30% điểm, đánh giá trung thực mức độ hỗ trợ và giới hạn của AI khi xử lý logic đồng thời.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806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thầy/cô đã theo dõi!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— LAB211 · FPT University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2026-07-18T14:12:47Z</dcterms:created>
  <dcterms:modified xsi:type="dcterms:W3CDTF">2026-07-18T14:12:47Z</dcterms:modified>
</cp:coreProperties>
</file>